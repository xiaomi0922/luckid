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ABF20-40C2-4A70-B1A6-6A66D4F7BD88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682C4F-8887-4630-A0EF-DAC0FE52D7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690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682C4F-8887-4630-A0EF-DAC0FE52D7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8312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C9FE71-3025-4753-B973-401A81582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B580E2-3D7E-4C85-A778-2D61A3D38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FA8A3C-116E-47B5-AF70-2F95389A4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AB7568-FF3B-4F3E-B6BE-2271B50C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EFE5EA-94E9-4615-B0F9-2FB4D4968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698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27535F-588E-4D9C-85E3-9EA69967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FB3E3-890A-4CB6-9C2D-8953CED7A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BA09B1-F4D2-47EB-98D2-B6EC7A1E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EE9368-B139-4EFA-AF12-F14BC892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F309AB-FF80-4C1B-9850-0E21F6C5B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18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27444-3301-4544-AEBB-0502727D2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9D1B8B-8C38-4461-A1AB-45419EBA5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A27B43-8883-43E9-A86A-39AFBB2CF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69381-7323-49E4-B962-8953FA6A5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DC17A1-D379-4713-AF91-94AD75C0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09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2FB448-2C1A-42FA-8584-CB53A2D7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DB4E5-022A-4304-ACA7-D7778DD07F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9AC59C-5ECC-453F-BF6B-C9C0ED7E4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24629D-CB55-46F2-8576-F6622374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E0EFCB-4CC1-4A20-823B-4BD9B587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39456B-7D39-4F1F-AB0B-5C00AA9C7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6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EEEC8-F8AC-4BB4-B91E-E4970025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A2FE61-0D22-4A5A-9255-E4B3EF923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7045DB-8167-4BB0-8B65-3479090DF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0F26F-54E2-44E6-820E-7E57FE0C2E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DFAC41-026D-406E-94F5-2EFDB61CD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778599-34D4-47CB-8026-C4CDD364D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B21CCC9-4A27-41B8-A309-142259A19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B57C06E-2C6B-4394-BF2F-D829D0AEF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2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F7986F-90E2-47B1-A67A-3D155D9F8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38D727-1BD2-4F43-AF2F-F00B24FDF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EB7E5A-3FE6-449C-9C83-1E89C4275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14359F-5E69-42BD-97D0-233F03194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85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BE3FB-ADE8-4BD3-A0CF-D70182144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9D4993-39B3-4346-8340-A0DCC412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7BF549-5A47-42FA-A9D6-F69BEF509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41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952056-ACF7-4ACB-B9AF-9E0EFD35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D10E17-40B1-4EDD-9DE8-B232EFD59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2C77B0-D6D5-4529-B9E9-F88CF1351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8E7965-4ADF-44A1-AA9B-129F240C9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D79F68-852E-4304-8C5E-DB564AF2C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CB0BD7-5576-4CB1-B7F3-DD6D6627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95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52560-EBB1-485D-ACF0-06097D18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71C2196-B52A-4383-B37B-8904AECDC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2E2FFF8-B661-4914-80A0-88467E2CD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0D8D1C-14E7-4AD0-B0E6-C2B3B2E17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17CB42-3453-4F48-A1B3-B989A458A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1D96BF-B543-4DD8-872A-69849F22D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23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46FEF-CC4A-43DD-9847-865EA4A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45D31F-EC81-4E88-9C1D-F011C22D4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A215DB-CB3D-45BC-9BE8-2DE518D3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651B8C-3F3C-4D4E-8AFE-34033FB4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A9FDAB-C4D9-4CB1-931C-DE3065F9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52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5B809F-843F-4839-B8AC-B02149269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01C02F-8DE0-4283-9217-799F44A15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27D0C9-4EB9-43F0-A4C3-F735690FC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5AD8E-A092-4320-8343-9A513ED6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A3C6C-E723-4791-B6A4-A431EB1FE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114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DBA9D1-C129-40B2-9DE1-7B94ED42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37E1B64-D888-4842-A85B-12B3B7CB8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4973EE-6330-4FC3-ACE5-6C11EDAC5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F985A-F704-4FA5-BB1A-9F13AF5C4179}" type="datetimeFigureOut">
              <a:rPr lang="zh-CN" altLang="en-US" smtClean="0"/>
              <a:t>2021/7/12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2D4D3-D48C-41D6-BF50-C061EC69F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C32053-DFCB-46CC-BF37-38B154E5E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662DA-4D30-4064-ABFD-EEECD90C909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10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206BF10-213A-4290-80D4-A9FD1AD8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30" y="899107"/>
            <a:ext cx="6162538" cy="3291564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CB80-57CA-4DD4-8C74-A310D765439C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CEE5264-615D-49A0-889D-8BEFB5418C8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HMM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EAD13A2-7826-48EB-8DD5-59050C98377A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3998273E-BD59-4508-8C9C-DDF60D487722}"/>
              </a:ext>
            </a:extLst>
          </p:cNvPr>
          <p:cNvGrpSpPr/>
          <p:nvPr/>
        </p:nvGrpSpPr>
        <p:grpSpPr>
          <a:xfrm>
            <a:off x="242297" y="4811722"/>
            <a:ext cx="11840233" cy="1537078"/>
            <a:chOff x="242297" y="4811722"/>
            <a:chExt cx="11840233" cy="1537078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DB85D03B-50E3-4FF4-ADF8-4B950AE95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2297" y="4811722"/>
              <a:ext cx="7386034" cy="1537078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5190BB2C-9814-4565-A608-6E772DA85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75809" y="4930937"/>
              <a:ext cx="4406721" cy="1201391"/>
            </a:xfrm>
            <a:prstGeom prst="rect">
              <a:avLst/>
            </a:prstGeom>
          </p:spPr>
        </p:pic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E05ED884-3160-432B-8BE7-5B674FF8B5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3008" y="1198567"/>
            <a:ext cx="2750141" cy="243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1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CB80-57CA-4DD4-8C74-A310D765439C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CEE5264-615D-49A0-889D-8BEFB5418C8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HMM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EAD13A2-7826-48EB-8DD5-59050C98377A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preview">
            <a:extLst>
              <a:ext uri="{FF2B5EF4-FFF2-40B4-BE49-F238E27FC236}">
                <a16:creationId xmlns:a16="http://schemas.microsoft.com/office/drawing/2014/main" id="{C7FE286D-70CE-49C7-92D3-31D1BC0BF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073" y="1633971"/>
            <a:ext cx="4778062" cy="165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D34C6C4-F53E-4C4A-96D8-CD7CB99C0C78}"/>
              </a:ext>
            </a:extLst>
          </p:cNvPr>
          <p:cNvSpPr txBox="1"/>
          <p:nvPr/>
        </p:nvSpPr>
        <p:spPr>
          <a:xfrm>
            <a:off x="837128" y="1021740"/>
            <a:ext cx="1326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解码问题</a:t>
            </a:r>
            <a:endParaRPr lang="zh-CN" altLang="en-US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2A180F-479C-49A3-AA26-8814C826E6B1}"/>
              </a:ext>
            </a:extLst>
          </p:cNvPr>
          <p:cNvSpPr txBox="1"/>
          <p:nvPr/>
        </p:nvSpPr>
        <p:spPr>
          <a:xfrm>
            <a:off x="2517820" y="904965"/>
            <a:ext cx="7572777" cy="58477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i="0" dirty="0">
                <a:solidFill>
                  <a:srgbClr val="121212"/>
                </a:solidFill>
                <a:effectLst/>
                <a:latin typeface="-apple-system"/>
              </a:rPr>
              <a:t>知道骰子有几种（隐含状态数量），每种骰子</a:t>
            </a:r>
            <a:r>
              <a:rPr lang="zh-CN" altLang="en-US" sz="1600" dirty="0">
                <a:solidFill>
                  <a:srgbClr val="121212"/>
                </a:solidFill>
                <a:latin typeface="-apple-system"/>
              </a:rPr>
              <a:t>的转换</a:t>
            </a:r>
            <a:r>
              <a:rPr lang="zh-CN" altLang="en-US" sz="1600" i="0" dirty="0">
                <a:solidFill>
                  <a:srgbClr val="121212"/>
                </a:solidFill>
                <a:effectLst/>
                <a:latin typeface="-apple-system"/>
              </a:rPr>
              <a:t>（转换概率），根据掷骰子掷出的结果（可见状态链），我想知道每次掷出来的都是哪种骰子（隐含状态链）。</a:t>
            </a:r>
            <a:endParaRPr lang="zh-CN" altLang="en-US" sz="1600" dirty="0"/>
          </a:p>
        </p:txBody>
      </p:sp>
      <p:pic>
        <p:nvPicPr>
          <p:cNvPr id="1028" name="Picture 4" descr="preview">
            <a:extLst>
              <a:ext uri="{FF2B5EF4-FFF2-40B4-BE49-F238E27FC236}">
                <a16:creationId xmlns:a16="http://schemas.microsoft.com/office/drawing/2014/main" id="{D4CCF798-D499-4ED8-9861-614E99D60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42" y="3962105"/>
            <a:ext cx="2862464" cy="1013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D41CDC8-5B69-436A-83BC-46D6CAC59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841" y="5330648"/>
            <a:ext cx="2862465" cy="91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eview">
            <a:extLst>
              <a:ext uri="{FF2B5EF4-FFF2-40B4-BE49-F238E27FC236}">
                <a16:creationId xmlns:a16="http://schemas.microsoft.com/office/drawing/2014/main" id="{B8E5038B-73A7-43DF-BF84-8270A7ED6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3344" y="3460800"/>
            <a:ext cx="2565311" cy="327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eview">
            <a:extLst>
              <a:ext uri="{FF2B5EF4-FFF2-40B4-BE49-F238E27FC236}">
                <a16:creationId xmlns:a16="http://schemas.microsoft.com/office/drawing/2014/main" id="{9F22B4E2-493A-4FF9-B0F8-66D62336E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693" y="4544003"/>
            <a:ext cx="2974247" cy="110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0F78965-B6CC-4620-A3F5-786D4A8BC9CF}"/>
              </a:ext>
            </a:extLst>
          </p:cNvPr>
          <p:cNvSpPr txBox="1"/>
          <p:nvPr/>
        </p:nvSpPr>
        <p:spPr>
          <a:xfrm>
            <a:off x="9000183" y="1882209"/>
            <a:ext cx="2270975" cy="203132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在效率方面相对于粗暴地遍历所有路径，</a:t>
            </a:r>
            <a:r>
              <a:rPr lang="en-US" altLang="zh-CN" b="1" i="0" dirty="0" err="1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viterbi</a:t>
            </a:r>
            <a:r>
              <a:rPr lang="en-US" altLang="zh-CN" b="1" i="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维特比算法到达每一列的时候都会删除不符合最短路径要求的路径，大大降低时间复杂度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B9A973-146B-4E55-8D63-B7F9950AC1FC}"/>
              </a:ext>
            </a:extLst>
          </p:cNvPr>
          <p:cNvSpPr txBox="1"/>
          <p:nvPr/>
        </p:nvSpPr>
        <p:spPr>
          <a:xfrm>
            <a:off x="671381" y="2285865"/>
            <a:ext cx="16806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最短路径问题</a:t>
            </a:r>
          </a:p>
        </p:txBody>
      </p:sp>
    </p:spTree>
    <p:extLst>
      <p:ext uri="{BB962C8B-B14F-4D97-AF65-F5344CB8AC3E}">
        <p14:creationId xmlns:p14="http://schemas.microsoft.com/office/powerpoint/2010/main" val="237830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CB80-57CA-4DD4-8C74-A310D765439C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CEE5264-615D-49A0-889D-8BEFB5418C8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HMM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EAD13A2-7826-48EB-8DD5-59050C98377A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8363E164-D348-43ED-AE45-E2D8196D8917}"/>
              </a:ext>
            </a:extLst>
          </p:cNvPr>
          <p:cNvSpPr txBox="1"/>
          <p:nvPr/>
        </p:nvSpPr>
        <p:spPr>
          <a:xfrm>
            <a:off x="2279561" y="958230"/>
            <a:ext cx="61045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知道骰子有几种（隐含状态数量），不知道每种骰子是什么（转换概率），观测到很多次掷骰子的结果（可见状态链），我想反推出每种骰子是什么（转换概率）。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486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92FECB80-57CA-4DD4-8C74-A310D765439C}"/>
              </a:ext>
            </a:extLst>
          </p:cNvPr>
          <p:cNvGrpSpPr/>
          <p:nvPr/>
        </p:nvGrpSpPr>
        <p:grpSpPr>
          <a:xfrm>
            <a:off x="-9053" y="36212"/>
            <a:ext cx="12192000" cy="541304"/>
            <a:chOff x="-9053" y="36212"/>
            <a:chExt cx="12192000" cy="3711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CEE5264-615D-49A0-889D-8BEFB5418C87}"/>
                </a:ext>
              </a:extLst>
            </p:cNvPr>
            <p:cNvSpPr/>
            <p:nvPr/>
          </p:nvSpPr>
          <p:spPr>
            <a:xfrm>
              <a:off x="36212" y="36212"/>
              <a:ext cx="2649236" cy="29876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chemeClr val="tx1"/>
                  </a:solidFill>
                </a:rPr>
                <a:t>HMM</a:t>
              </a: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EAD13A2-7826-48EB-8DD5-59050C98377A}"/>
                </a:ext>
              </a:extLst>
            </p:cNvPr>
            <p:cNvCxnSpPr/>
            <p:nvPr/>
          </p:nvCxnSpPr>
          <p:spPr>
            <a:xfrm>
              <a:off x="-9053" y="380241"/>
              <a:ext cx="12192000" cy="27160"/>
            </a:xfrm>
            <a:prstGeom prst="line">
              <a:avLst/>
            </a:prstGeom>
            <a:ln w="2222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5286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138</Words>
  <Application>Microsoft Office PowerPoint</Application>
  <PresentationFormat>宽屏</PresentationFormat>
  <Paragraphs>10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-apple-system</vt:lpstr>
      <vt:lpstr>等线</vt:lpstr>
      <vt:lpstr>等线 Light</vt:lpstr>
      <vt:lpstr>宋体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杰</dc:creator>
  <cp:lastModifiedBy>周 杰</cp:lastModifiedBy>
  <cp:revision>28</cp:revision>
  <dcterms:created xsi:type="dcterms:W3CDTF">2021-07-12T06:22:19Z</dcterms:created>
  <dcterms:modified xsi:type="dcterms:W3CDTF">2021-07-12T09:30:08Z</dcterms:modified>
</cp:coreProperties>
</file>