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4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22FD19-5ED1-49C2-AB80-A15AC42E5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D90DD8-D34E-4DC0-84D4-CB3AB31A6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7052B8-9D7D-4A29-A580-CE1C76FE9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07A0-802A-48D6-9361-09C819A49483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A4CE8A-85F9-495C-9E35-CF4EB470E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0B3130-39D1-4B3F-83A1-62B4A3E29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0368A-4419-4F52-A17D-F78D12E17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577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1BE57-3AAA-4457-966A-F036FB1E0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A1C473-0D05-4537-A713-24AD0BCF9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8417AE-CD1F-4B34-98D6-6F9A8B74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07A0-802A-48D6-9361-09C819A49483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1486C4-D95A-4B8A-A6EF-3F5B0EF0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C9180E-D727-44F6-84AA-C42B8FEAF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0368A-4419-4F52-A17D-F78D12E17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358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3206D-188A-43DD-AA79-AA9491288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F7C705-4063-4E14-A375-241DC0387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DEF2AB-D856-4F54-932F-CF2389818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07A0-802A-48D6-9361-09C819A49483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96A194-9423-4650-93F4-048AE0AB0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4D8374-DAC4-4DC0-AA6B-B1FECEB66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0368A-4419-4F52-A17D-F78D12E17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68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94C59-2593-40C4-9439-451A7F88F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0832B9-1885-4D23-A102-AF58E4C86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CF86C9-5FFB-4B85-9605-61F743132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640307-A641-4EB3-B2DD-6747761B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07A0-802A-48D6-9361-09C819A49483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98F605-92EB-4411-9532-5904E1958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5E5445-2EAF-4432-8658-2355B58B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0368A-4419-4F52-A17D-F78D12E17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758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301D6-EE15-47F1-B474-8808E7895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1385C2-FFDA-4985-9211-5A9064B39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B6C3B9-7180-486A-9609-772E9C1E2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A1E9590-A6C0-4816-AAAB-21071520D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347E60A-B6E0-4C14-AD9C-DEC2266845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081A4A-877D-4C7B-B27B-64326E952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07A0-802A-48D6-9361-09C819A49483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78FE11-8489-4B8B-B6E8-F2B944456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A3AA0B-7B19-4CED-BEF8-6B0B5BDF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0368A-4419-4F52-A17D-F78D12E17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84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FAB2A-5DD0-4E56-906F-393630473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74C3DD-3A38-4342-98CB-6C18ACFC3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07A0-802A-48D6-9361-09C819A49483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1636AB-94E9-4CDC-9EF2-2B1F8ACCB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A707B3-27B7-40E7-82BF-E5CFCCD6A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0368A-4419-4F52-A17D-F78D12E17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866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31C09D-3811-4A06-8504-0A1C4A803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07A0-802A-48D6-9361-09C819A49483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C49D7F-BA40-4B27-848C-F0D23D4C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000839-0595-4D25-8890-544335FAA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0368A-4419-4F52-A17D-F78D12E17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018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AB1BD-C2ED-4401-9B08-B83FD6FE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679926-59AF-4A36-8220-A9FF9F952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500D6C-17D9-408E-B346-754578DCE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BD7321-CE55-4CB5-842D-CA9020BC0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07A0-802A-48D6-9361-09C819A49483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0FC5F1-740D-4117-ABA3-E2D6E0854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6C8C5C-9288-4DF6-83FD-92097A161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0368A-4419-4F52-A17D-F78D12E17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789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600B5E-B1BA-463E-BAF2-C4BFA035E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1886FB-FBA0-407A-BBA1-E99567414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EDBF61-978E-4F5D-AE06-5CED16C73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0938A5-BA39-41A3-92B1-E706C9716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07A0-802A-48D6-9361-09C819A49483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187F11-0048-43BD-A43B-0FA2F401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172353-D9EF-47DD-8371-C090183F4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0368A-4419-4F52-A17D-F78D12E17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575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A4ED-CEA4-4808-B31F-128AB2110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C5BA32-1C11-406D-92AA-4F7BD2485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0DFD95-E99E-4ED6-8B96-686216A87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07A0-802A-48D6-9361-09C819A49483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5C7088-F330-4A8A-9022-ACDB12364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009B45-D09D-40C2-8025-2CCFB910E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0368A-4419-4F52-A17D-F78D12E17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572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EB1E85-10BD-4882-A2D1-613E5ACE1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3131E5-E3C3-42EB-AE71-91E9F309B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358C8B-CE55-496B-9C77-34BAFA35C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07A0-802A-48D6-9361-09C819A49483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D7B89C-F332-4093-83BD-0F8A782F8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49F74E-44F9-40C6-B352-4C0EE78B7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0368A-4419-4F52-A17D-F78D12E17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270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27C91F4-F931-4A46-86CD-A6FAECCB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F5DBB0-0867-467F-AB81-75B517221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9B25B3-B2A9-4211-8B7C-4E7D8CAD61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507A0-802A-48D6-9361-09C819A49483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529BF0-B6A7-4BC0-A258-488971034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5C9E62-56A7-4218-A752-192E38E224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0368A-4419-4F52-A17D-F78D12E17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099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C5CE2B4-38BC-4D4B-BE35-D3E7AC9E66CF}"/>
              </a:ext>
            </a:extLst>
          </p:cNvPr>
          <p:cNvGrpSpPr/>
          <p:nvPr/>
        </p:nvGrpSpPr>
        <p:grpSpPr>
          <a:xfrm>
            <a:off x="-9053" y="36212"/>
            <a:ext cx="12192000" cy="541304"/>
            <a:chOff x="-9053" y="36212"/>
            <a:chExt cx="12192000" cy="37118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767D636-AA2B-479B-84CE-E65F2D067C27}"/>
                </a:ext>
              </a:extLst>
            </p:cNvPr>
            <p:cNvSpPr/>
            <p:nvPr/>
          </p:nvSpPr>
          <p:spPr>
            <a:xfrm>
              <a:off x="36212" y="36212"/>
              <a:ext cx="2649236" cy="29876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2CED5EDE-12B6-4A50-968B-E9EA1B17DE88}"/>
                </a:ext>
              </a:extLst>
            </p:cNvPr>
            <p:cNvCxnSpPr/>
            <p:nvPr/>
          </p:nvCxnSpPr>
          <p:spPr>
            <a:xfrm>
              <a:off x="-9053" y="380241"/>
              <a:ext cx="12192000" cy="2716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80784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C5CE2B4-38BC-4D4B-BE35-D3E7AC9E66CF}"/>
              </a:ext>
            </a:extLst>
          </p:cNvPr>
          <p:cNvGrpSpPr/>
          <p:nvPr/>
        </p:nvGrpSpPr>
        <p:grpSpPr>
          <a:xfrm>
            <a:off x="-9053" y="36212"/>
            <a:ext cx="12192000" cy="541304"/>
            <a:chOff x="-9053" y="36212"/>
            <a:chExt cx="12192000" cy="37118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767D636-AA2B-479B-84CE-E65F2D067C27}"/>
                </a:ext>
              </a:extLst>
            </p:cNvPr>
            <p:cNvSpPr/>
            <p:nvPr/>
          </p:nvSpPr>
          <p:spPr>
            <a:xfrm>
              <a:off x="36212" y="36212"/>
              <a:ext cx="2649236" cy="29876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2CED5EDE-12B6-4A50-968B-E9EA1B17DE88}"/>
                </a:ext>
              </a:extLst>
            </p:cNvPr>
            <p:cNvCxnSpPr/>
            <p:nvPr/>
          </p:nvCxnSpPr>
          <p:spPr>
            <a:xfrm>
              <a:off x="-9053" y="380241"/>
              <a:ext cx="12192000" cy="2716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558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C5CE2B4-38BC-4D4B-BE35-D3E7AC9E66CF}"/>
              </a:ext>
            </a:extLst>
          </p:cNvPr>
          <p:cNvGrpSpPr/>
          <p:nvPr/>
        </p:nvGrpSpPr>
        <p:grpSpPr>
          <a:xfrm>
            <a:off x="-9053" y="36212"/>
            <a:ext cx="12192000" cy="541304"/>
            <a:chOff x="-9053" y="36212"/>
            <a:chExt cx="12192000" cy="37118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767D636-AA2B-479B-84CE-E65F2D067C27}"/>
                </a:ext>
              </a:extLst>
            </p:cNvPr>
            <p:cNvSpPr/>
            <p:nvPr/>
          </p:nvSpPr>
          <p:spPr>
            <a:xfrm>
              <a:off x="36212" y="36212"/>
              <a:ext cx="2649236" cy="29876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2CED5EDE-12B6-4A50-968B-E9EA1B17DE88}"/>
                </a:ext>
              </a:extLst>
            </p:cNvPr>
            <p:cNvCxnSpPr/>
            <p:nvPr/>
          </p:nvCxnSpPr>
          <p:spPr>
            <a:xfrm>
              <a:off x="-9053" y="380241"/>
              <a:ext cx="12192000" cy="2716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97353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C5CE2B4-38BC-4D4B-BE35-D3E7AC9E66CF}"/>
              </a:ext>
            </a:extLst>
          </p:cNvPr>
          <p:cNvGrpSpPr/>
          <p:nvPr/>
        </p:nvGrpSpPr>
        <p:grpSpPr>
          <a:xfrm>
            <a:off x="-9053" y="36212"/>
            <a:ext cx="12192000" cy="541304"/>
            <a:chOff x="-9053" y="36212"/>
            <a:chExt cx="12192000" cy="37118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767D636-AA2B-479B-84CE-E65F2D067C27}"/>
                </a:ext>
              </a:extLst>
            </p:cNvPr>
            <p:cNvSpPr/>
            <p:nvPr/>
          </p:nvSpPr>
          <p:spPr>
            <a:xfrm>
              <a:off x="36212" y="36212"/>
              <a:ext cx="2649236" cy="29876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2CED5EDE-12B6-4A50-968B-E9EA1B17DE88}"/>
                </a:ext>
              </a:extLst>
            </p:cNvPr>
            <p:cNvCxnSpPr/>
            <p:nvPr/>
          </p:nvCxnSpPr>
          <p:spPr>
            <a:xfrm>
              <a:off x="-9053" y="380241"/>
              <a:ext cx="12192000" cy="2716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237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C5CE2B4-38BC-4D4B-BE35-D3E7AC9E66CF}"/>
              </a:ext>
            </a:extLst>
          </p:cNvPr>
          <p:cNvGrpSpPr/>
          <p:nvPr/>
        </p:nvGrpSpPr>
        <p:grpSpPr>
          <a:xfrm>
            <a:off x="-9053" y="36212"/>
            <a:ext cx="12192000" cy="541304"/>
            <a:chOff x="-9053" y="36212"/>
            <a:chExt cx="12192000" cy="37118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767D636-AA2B-479B-84CE-E65F2D067C27}"/>
                </a:ext>
              </a:extLst>
            </p:cNvPr>
            <p:cNvSpPr/>
            <p:nvPr/>
          </p:nvSpPr>
          <p:spPr>
            <a:xfrm>
              <a:off x="36212" y="36212"/>
              <a:ext cx="2649236" cy="29876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2CED5EDE-12B6-4A50-968B-E9EA1B17DE88}"/>
                </a:ext>
              </a:extLst>
            </p:cNvPr>
            <p:cNvCxnSpPr/>
            <p:nvPr/>
          </p:nvCxnSpPr>
          <p:spPr>
            <a:xfrm>
              <a:off x="-9053" y="380241"/>
              <a:ext cx="12192000" cy="2716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59333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周 杰</dc:creator>
  <cp:lastModifiedBy>周 杰</cp:lastModifiedBy>
  <cp:revision>3</cp:revision>
  <dcterms:created xsi:type="dcterms:W3CDTF">2021-07-19T02:56:11Z</dcterms:created>
  <dcterms:modified xsi:type="dcterms:W3CDTF">2021-07-19T02:56:30Z</dcterms:modified>
</cp:coreProperties>
</file>